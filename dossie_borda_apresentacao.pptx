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12121"/>
                </a:solidFill>
              </a:rPr>
              <a:t>Dossiê documental — PACTO / BORDA Cidade Convivência Pesquisa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</a:rPr>
              <a:t>Espaço Comum Luiz Estrela · Rua Manaus 348, Santa Efigênia, Belo Horizonte/MG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1E1E"/>
                </a:solidFill>
              </a:rPr>
              <a:t>Fontes de recursos e instrumentos públicos e privados · 2015–2025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28_com_pa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119203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87882" y="822960"/>
            <a:ext cx="574661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1E1E"/>
                </a:solidFill>
              </a:rPr>
              <a:t>2015 · FEC — Fundo Estadual de Cultura (MG)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7882" y="2377440"/>
            <a:ext cx="574661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DOMG 29/10/2015, pág. 28 · Aprovação nº 156 — PACTO Desenvolvimento Social e Pesquisa · Projeto: restauração do telhado do Espaço Comum Luiz Estrela · R$ 89.000,00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31_mudanca_razao_so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119203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87882" y="822960"/>
            <a:ext cx="574661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1E1E"/>
                </a:solidFill>
              </a:rPr>
              <a:t>2016 · Mudança de razão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7882" y="2377440"/>
            <a:ext cx="574661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DOMG 15/04/2016, pág. 31 · 1º TA ao contrato SEC/SFIC/FEC 41/2015 · PACTO – Desenvolvimento Social e Pesquisa passa a denominar-se BORDA Cidade Convivência Pesquisa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wesome_foundation_2017_cheque_arqueologia_estel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8412480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1E1E"/>
                </a:solidFill>
              </a:rPr>
              <a:t>out/2017 · Fonte privada — Awesome Foundation 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89720" y="1463040"/>
            <a:ext cx="2636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Cheque simbólico de 25/10/2017 · R$ 1.500,00 ao projeto “Arqueologia Estelar” · Microfinanciamento privado, sem publicação em diário oficial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ina32_termo_permis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4461271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29950" y="822960"/>
            <a:ext cx="640454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1E1E"/>
                </a:solidFill>
              </a:rPr>
              <a:t>dez/2017 · Permissão de uso — FHEMIG (Estado de MG)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29950" y="2377440"/>
            <a:ext cx="640454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DOMG 27/12/2017, pág. 32 · Termo de Permissão de Uso de bem imóvel FHEMIG × BORDA · Rua Manaus 348 · 836,04 m² · vigência 5 anos · assinado 26/12/2017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exo1_pag7_projetos_contemplados_bor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4875415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44094" y="822960"/>
            <a:ext cx="599040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1E1E"/>
                </a:solidFill>
              </a:rPr>
              <a:t>2017/2018 · LMIC-BH — Lei Municipal de Incentivo à Cultura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4094" y="2377440"/>
            <a:ext cx="5990401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Edital 2017/2018, Anexo I – Projetos Contemplados, pág. 7 · Projeto 1613/2017 “Corpo-Casarão” · nota 84,5 · R$ 65.421,79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m6619_pag8_aldir_blanc_bor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4295854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64534" y="822960"/>
            <a:ext cx="656996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1E1E"/>
                </a:solidFill>
              </a:rPr>
              <a:t>2022 · Lei Aldir Blanc (recurso federal via município)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4534" y="2377440"/>
            <a:ext cx="6569961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DOM-BH nº 6619, 11/10/2022, pág. 8 · Homologação da prestação de contas — subsídio a espaços culturais · BORDA: aprovada · R$ 6.000,00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m6911_pag10_termo_compromisso_fmc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4294659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63339" y="822960"/>
            <a:ext cx="65711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1E1E"/>
                </a:solidFill>
              </a:rPr>
              <a:t>2023 · FMC — Fundo Municipal de Cultura (BH)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3339" y="2377440"/>
            <a:ext cx="65711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DOM-BH nº 6911, 23/12/2023, pág. 10 · Termo de Compromisso · “Patrimônio em Processo: Combate a Incêndio e Pânico” · R$ 95.000,00 · prazo até 23/11/2025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arte2023_pag30_classificacao_bor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4466008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687" y="822960"/>
            <a:ext cx="63998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1E1E"/>
                </a:solidFill>
              </a:rPr>
              <a:t>2023 · Funarte — tentativa de recurso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687" y="2377440"/>
            <a:ext cx="63998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Programa Funarte de Apoio a Ações Continuadas 2023 – Espaços Artísticos · Classificação Geral, pág. 30 · proposta 205251 · Módulo C (R$ 500.000,00) · pontuação 43,6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m7194_pag17_termo_compromisso_f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4294659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63339" y="822960"/>
            <a:ext cx="65711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1E1E"/>
                </a:solidFill>
              </a:rPr>
              <a:t>2025 · FMC — Fundo Municipal de Cultura (BH)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3339" y="2377440"/>
            <a:ext cx="65711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DOM-BH nº 7194, 08/02/2025, pág. 17 · Termo de Compromisso — Edital LMIC 2024 Multilinguagens · “Manutenção Espaço Comum Luiz Estrela 2025” · R$ 100.000,00 · 24 meses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